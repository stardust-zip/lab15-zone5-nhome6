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MVP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Token LLM</c:v>
                  </c:pt>
                  <c:pt idx="1">
                    <c:v>External API</c:v>
                  </c:pt>
                  <c:pt idx="2">
                    <c:v>Compute</c:v>
                  </c:pt>
                  <c:pt idx="3">
                    <c:v>Storage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10</c:v>
                </c:pt>
                <c:pt idx="2">
                  <c:v>30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5x Scale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Token LLM</c:v>
                  </c:pt>
                  <c:pt idx="1">
                    <c:v>External API</c:v>
                  </c:pt>
                  <c:pt idx="2">
                    <c:v>Compute</c:v>
                  </c:pt>
                  <c:pt idx="3">
                    <c:v>Storage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2100</c:v>
                </c:pt>
                <c:pt idx="1">
                  <c:v>100</c:v>
                </c:pt>
                <c:pt idx="2">
                  <c:v>80</c:v>
                </c:pt>
                <c:pt idx="3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10x Scale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Token LLM</c:v>
                  </c:pt>
                  <c:pt idx="1">
                    <c:v>External API</c:v>
                  </c:pt>
                  <c:pt idx="2">
                    <c:v>Compute</c:v>
                  </c:pt>
                  <c:pt idx="3">
                    <c:v>Storage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4200</c:v>
                </c:pt>
                <c:pt idx="1">
                  <c:v>250</c:v>
                </c:pt>
                <c:pt idx="2">
                  <c:v>150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0292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AI Environmental Agent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EcoSense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Environmental AI Agent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Smart Decision Making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Năng Anh  ·  Nguyễn Ngọc Hiếu  ·  Dương Phương Thảo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Phi Hiếu  ·  Phạm Thanh Tùng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AICB · Phase 1 · Ngày Tổng Kết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35"/>
          </a:solidFill>
          <a:ln w="12700">
            <a:solidFill>
              <a:srgbClr val="0D2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868680"/>
          </a:xfrm>
          <a:prstGeom prst="rect">
            <a:avLst/>
          </a:prstGeom>
          <a:solidFill>
            <a:srgbClr val="E8F8F5"/>
          </a:solidFill>
          <a:ln w="10160">
            <a:solidFill>
              <a:srgbClr val="C7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Bài toán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thiếu thông tin môi trường kịp thời để ra quyết định hàng ngày về sức khỏe &amp; di chuyển.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234440"/>
            <a:ext cx="4206240" cy="868680"/>
          </a:xfrm>
          <a:prstGeom prst="rect">
            <a:avLst/>
          </a:prstGeom>
          <a:solidFill>
            <a:srgbClr val="E8F8F5"/>
          </a:solidFill>
          <a:ln w="10160">
            <a:solidFill>
              <a:srgbClr val="C7E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Giải pháp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5727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hội thoại tự nhiên, tích hợp API thời tiết &amp; AQI thời gian thực, đề xuất hành động thông minh.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31720"/>
            <a:ext cx="64008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Chat tự nhiên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743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bằng ngôn ngữ thường ngày: 'Hà Nội có mưa không?'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2331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2331720"/>
            <a:ext cx="64008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Dữ liệu cập nhật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56432" y="2743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OpenWeatherMap &amp; AQI API, cập nhật 10–30 phút/lần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331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331720"/>
            <a:ext cx="64008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Cảnh báo thông minh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82512" y="2743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cảnh báo khi AQI nguy hiểm, bão, mưa lớn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841248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Người dùng chính: Cá nhân đô thị – người đi làm, học sinh, người có vấn đề hô hấp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778240" y="4480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35"/>
          </a:solidFill>
          <a:ln w="12700">
            <a:solidFill>
              <a:srgbClr val="0D2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Enterprise Context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hệ thống động đến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4114800" cy="100584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dữ liệu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nhạy cảm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tiết / AQI công khai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 Thấp – dữ liệu công khai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Vị trí địa lý người dùng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 Trung bình – chỉ dùng trong phiên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651760"/>
            <a:ext cx="4114800" cy="594360"/>
          </a:xfrm>
          <a:prstGeom prst="rect">
            <a:avLst/>
          </a:prstGeom>
          <a:solidFill>
            <a:srgbClr val="FEF9C3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6700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Stateless by Default — Không lưu bất kỳ dữ liệu người dùng nào tại server để tuân thủ Nghị định 13/2023/NĐ-CP về bảo vệ dữ liệu cá nhân.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548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Ràng buộc lớn nhất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508760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508760"/>
            <a:ext cx="6400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600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19472" y="1920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người dùng chỉ xử lý tạm thời, không lưu server – tuân thủ Nghị định 13/2023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37744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2468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Design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19472" y="2788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phiên chat độc lập, không có memory giữa sessions – tránh rủi ro dữ liệu sức khỏe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3246120"/>
            <a:ext cx="4023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24612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3337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&amp; SLA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19472" y="3657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 đặc biệt trong tình huống thiên tai hoặc ô nhiễm đột biến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778240" y="4480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35"/>
          </a:solidFill>
          <a:ln w="12700">
            <a:solidFill>
              <a:srgbClr val="0D2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Deployment Choice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Cloud (Stateless)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83080"/>
            <a:ext cx="6400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Tuân thủ pháp lý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lưu dữ liệu người dùng → không cần On-premise. Vị trí địa lý chỉ xử lý tạm thời trong phiên.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770632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70632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620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Hiệu năng &amp; Scale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1821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trên Cloud Run xử lý peak traffic (7:00–8:30 sáng). Không tốn chi phí server cố định.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758184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58184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84962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Tối ưu chi phí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41696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On-premise storage. API call thời tiết &amp; AI inference chạy Cloud, trả theo usage.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76072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kiến trúc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50876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0D2B3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chat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0" y="1965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219456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Cloud Run (Stateless)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0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288036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 API (Claude)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3337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356616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E8F8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🌦️  Weather / AQI API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78240" y="4480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35"/>
          </a:solidFill>
          <a:ln w="12700">
            <a:solidFill>
              <a:srgbClr val="0D2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Cost Analysis (MVP + Growth)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965960" cy="960120"/>
          </a:xfrm>
          <a:prstGeom prst="rect">
            <a:avLst/>
          </a:prstGeom>
          <a:solidFill>
            <a:srgbClr val="E8F8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Users/ngày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965960" cy="960120"/>
          </a:xfrm>
          <a:prstGeom prst="rect">
            <a:avLst/>
          </a:prstGeom>
          <a:solidFill>
            <a:srgbClr val="E8F8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737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Requests/ngày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965960" cy="960120"/>
          </a:xfrm>
          <a:prstGeom prst="rect">
            <a:avLst/>
          </a:prstGeom>
          <a:solidFill>
            <a:srgbClr val="E8F8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~1,050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737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Tokens/request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1143000"/>
            <a:ext cx="1965960" cy="960120"/>
          </a:xfrm>
          <a:prstGeom prst="rect">
            <a:avLst/>
          </a:prstGeom>
          <a:solidFill>
            <a:srgbClr val="0D2B3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~$460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7373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phí/tháng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chi phí MVP/tháng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60320"/>
          <a:ext cx="4114800" cy="14173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Lớp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LLM (90%)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~$420/tháng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Cloud Run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~$30/tháng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~$0–20/tháng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&amp; Logging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~$10/tháng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846320" y="2240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scale 5x → 10x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846320" y="2560320"/>
          <a:ext cx="40233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7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solidFill>
            <a:srgbClr val="FEF3C7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4178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Cost driver lớn nhất: Token LLM (~90%)  |  💡  Hidden cost: External API vượt free tier khi scale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8778240" y="4480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35"/>
          </a:solidFill>
          <a:ln w="12700">
            <a:solidFill>
              <a:srgbClr val="0D2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05–06 · Optimization &amp; Reliability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Optimization Plan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ngay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71600" y="15270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Compression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input token từ ~850 → ~500. Đơn giản, tác động ngay, không đổi kiến trúc.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50008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0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5x scale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3682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6426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câu hỏi tương đồng. Hiệu quả với câu hỏi thời tiết lặp lại trong peak sáng.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191256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91256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91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có data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32095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Inference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483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đơn → trả data thẳng, không qua LLM. Giảm cost mạnh khi có production data.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Reliability Plan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50876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600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Traffic đột biến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92024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auto-scaling. Ưu tiên cảnh báo AQI khẩn, hàng đợi async cho câu hỏi thường.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35000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350008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2441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Provider timeout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76148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3s → fallback rule-based + cache 30 phút. Dual LLM provider dự phòng.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191256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191256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328269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Response chậm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360273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 + timeout 5s cứng. Prompt compression giảm latency tức thì.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251960"/>
            <a:ext cx="91440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793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Monitor: LLM latency P95  ·  External API error rate  ·  Token/request  ·  Cache hit rate  ·  Fallback trigger count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778240" y="4480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Track Recommendation &amp; Next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Business/Product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1645920" cy="228600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417320"/>
            <a:ext cx="921715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371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2.8/5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Infra/Data/Ops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0" y="2075688"/>
            <a:ext cx="1645920" cy="228600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2075688"/>
            <a:ext cx="987552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029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6883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Eng/Application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0" y="2734056"/>
            <a:ext cx="1645920" cy="228600"/>
          </a:xfrm>
          <a:prstGeom prst="rect">
            <a:avLst/>
          </a:prstGeom>
          <a:solidFill>
            <a:srgbClr val="1E3A45"/>
          </a:solidFill>
          <a:ln w="12700">
            <a:solidFill>
              <a:srgbClr val="1E3A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2734056"/>
            <a:ext cx="1316736" cy="228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6883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Phase 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1371600"/>
            <a:ext cx="1828800" cy="1691640"/>
          </a:xfrm>
          <a:prstGeom prst="rect">
            <a:avLst/>
          </a:prstGeom>
          <a:solidFill>
            <a:srgbClr val="1E3A45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Application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0" y="17647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Năng Anh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Ngọc Hiếu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Thanh Tùng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agent reasoning, thêm usecase, tối ưu prompt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40880" y="1371600"/>
            <a:ext cx="1828800" cy="1691640"/>
          </a:xfrm>
          <a:prstGeom prst="rect">
            <a:avLst/>
          </a:prstGeom>
          <a:solidFill>
            <a:srgbClr val="1E3A45"/>
          </a:solidFill>
          <a:ln w="1016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Infrastructure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0" y="17647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Dương Phương Thảo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Phi Hiếu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4088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thật lên Cloud, semantic caching, monitoring stack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cần bù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3547872"/>
            <a:ext cx="2651760" cy="804672"/>
          </a:xfrm>
          <a:prstGeom prst="rect">
            <a:avLst/>
          </a:prstGeom>
          <a:solidFill>
            <a:srgbClr val="1E3A45"/>
          </a:solidFill>
          <a:ln w="6350">
            <a:solidFill>
              <a:srgbClr val="2D5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593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Deployment &amp; DevOps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3913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thiết kế trên giấy, cần deploy thật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37560" y="3547872"/>
            <a:ext cx="2651760" cy="804672"/>
          </a:xfrm>
          <a:prstGeom prst="rect">
            <a:avLst/>
          </a:prstGeom>
          <a:solidFill>
            <a:srgbClr val="1E3A45"/>
          </a:solidFill>
          <a:ln w="6350">
            <a:solidFill>
              <a:srgbClr val="2D5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29000" y="3593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Cost Monitoring &amp; Observability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29000" y="3913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Grafana, Cloud Monitoring cho các metrics W4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2200" y="3547872"/>
            <a:ext cx="2651760" cy="804672"/>
          </a:xfrm>
          <a:prstGeom prst="rect">
            <a:avLst/>
          </a:prstGeom>
          <a:solidFill>
            <a:srgbClr val="1E3A45"/>
          </a:solidFill>
          <a:ln w="6350">
            <a:solidFill>
              <a:srgbClr val="2D5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3593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Data/Privacy Compliance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3913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 định 13/2023 – implement thực tế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EcoSense · AICB Phase 1 ·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EcoSense – Mini Project Proposal</dc:title>
  <dc:subject>PptxGenJS Presentation</dc:subject>
  <dc:creator>PptxGenJS</dc:creator>
  <cp:lastModifiedBy>PptxGenJS</cp:lastModifiedBy>
  <cp:revision>1</cp:revision>
  <dcterms:created xsi:type="dcterms:W3CDTF">2026-04-22T07:21:35Z</dcterms:created>
  <dcterms:modified xsi:type="dcterms:W3CDTF">2026-04-22T07:21:35Z</dcterms:modified>
</cp:coreProperties>
</file>